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20040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320040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320040"/>
            <a:ext cx="164592" cy="164592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รายงานการฝึกงาน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การพัฒนาซอฟต์แวร์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สำหรับงาน CNC &amp; Tool Room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743200" y="3035808"/>
            <a:ext cx="3657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272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Applications พัฒนาด้วย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 — 4 Applications ที่พัฒนา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11680" cy="7315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115568"/>
            <a:ext cx="640080" cy="64008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GT-FIXSYS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Management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Fixture/Jig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ยืม-คืน QR Code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สถานะ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Checklist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91440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914400"/>
            <a:ext cx="20116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115568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96312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96312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Analyzer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87752" y="256032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 NC File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Depth Analysis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 Collision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Macro 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2584" y="91440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91440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8384" y="111556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8384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72584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Compare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72584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Comparison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64024" y="256032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 NC 2 Rev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Diff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PDF/Word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Multi-Encoding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48856" y="91440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48856" y="914400"/>
            <a:ext cx="20116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34656" y="1115568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34656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48856" y="1847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GT-PATH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48856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Toolpath Viewer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40296" y="256032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Toolpath Viewer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Step-through Debug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100%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Profile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ปัญหาที่พบในงาน — ก่อนพัฒนา Apps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3986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54864" cy="17373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Room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" y="1371600"/>
            <a:ext cx="3758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ตามสถานะ Fixture/Jig ยาก ไม่รู้ว่าใครยืมไป ใช้ Excel ธรรมดาบันทึก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3986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93792" y="91440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Setup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0016" y="1371600"/>
            <a:ext cx="3758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โปรแกรมเมอร์ต้อง Review NC ด้วยตาเปล่า Setup Sheet ไม่ sync กับ NC จริง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2743200"/>
            <a:ext cx="3986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743200"/>
            <a:ext cx="54864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285292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Revision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" y="3310128"/>
            <a:ext cx="3758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 NC ตาม ECN ไม่รู้ว่าเปลี่ยน Feed/Speed/Tool ตรงไหน เสี่ยงข้ามการเปลี่ยน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398678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743200"/>
            <a:ext cx="54864" cy="1737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93792" y="285292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Verification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0016" y="3310128"/>
            <a:ext cx="3758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CAM Software ราคาแพง ต้อง Run Machine เพื่อดู Toolpath จริง เสี่ยง Crash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GT-FIXSYS — ระบบจัดการ Fixture / Jig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ปัญหาเดิม (Before)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225296"/>
            <a:ext cx="3913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Room จัดการ Fixture ด้วย Excel ธรรมดา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ไม่สามารถติดตามสถานะ Fixture ได้ทันที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ไม่รู้ว่าใครยืม Fixture ชิ้นไหนไป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ไม่มีระบบบันทึก PM (Preventive Maintenance)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ข้อมูลกระจัดกระจาย ไม่เป็นระบบ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804672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804672"/>
            <a:ext cx="411480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80467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วิธีแก้ปัญหา (Solution)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25296"/>
            <a:ext cx="3913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 Desktop App ด้วย Python + PyQt6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Code / Data Matrix สำหรับยืม-คืน Fixture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สถานะแบบ Real-time (สีบ่งบอกสถานะ)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เชื่อมกับ Excel อยู่เดิม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 PM Checklist ดิจิทัล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Admin Level ควบคุมสิทธิ์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2487168"/>
            <a:ext cx="329184" cy="1645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359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GT-FIXSYS — Features &amp; ข้อดี / ข้อจำกัด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420624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ฟีเจอร์หลัก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35024"/>
            <a:ext cx="4572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1673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แสดงสถานะ Fixture ด้วยสี: เขียว=ว่าง เหลือง=ยืม แดง=หาย เทา=ยกเลิก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4572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7510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ยืม/คืน QR Scan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QR/Data Matrix หรือพิมพ์ Item Code บันทึกชื่อพนักงานอัตโนมัติ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651760"/>
            <a:ext cx="4572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เพิ่ม/แก้ไข/ลบข้อมูล Fixture เชื่อมกับ MASTER TOOL ROOM.xlsx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310128"/>
            <a:ext cx="4572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Checklist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295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 PM ของ Pro Pallet System และ Face Mills พร้อม Export PDF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968496"/>
            <a:ext cx="4572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5020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System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Lv.1 และ Lv.2 ควบคุมสิทธิ์แก้ไข/ลบข้อมูล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804672"/>
            <a:ext cx="4078224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04672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Python, PyQt6, openpyxl, pandas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9744" y="1252728"/>
            <a:ext cx="1984248" cy="1737360"/>
          </a:xfrm>
          <a:prstGeom prst="rect">
            <a:avLst/>
          </a:prstGeom>
          <a:solidFill>
            <a:srgbClr val="C8D4F0">
              <a:alpha val="30000"/>
            </a:srgbClr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1207008"/>
            <a:ext cx="19842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207008"/>
            <a:ext cx="5029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2070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1499616"/>
            <a:ext cx="18013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ภาษาไทย ใช้งานง่ายสำหรับพนักงาน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ข้อมูลยังอยู่ใน Excel ฝ่ายบริหารดูได้ปกติ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ป้องกันข้อมูลสูญหาย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1252728"/>
            <a:ext cx="1984248" cy="1737360"/>
          </a:xfrm>
          <a:prstGeom prst="rect">
            <a:avLst/>
          </a:prstGeom>
          <a:solidFill>
            <a:srgbClr val="C8D4F0">
              <a:alpha val="30000"/>
            </a:srgbClr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67144" y="1207008"/>
            <a:ext cx="19842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67144" y="1207008"/>
            <a:ext cx="50292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12070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04304" y="1499616"/>
            <a:ext cx="18013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Single-machine ยังไม่รองรับ Multi-user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lock เมื่อเปิดไฟล์พร้อมกัน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ผูกกับเครื่อง ต้องตั้งค่าใหม่หากย้าย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GT-ACT — NC Analyzer / Setup Sheet Generator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ปัญหาเดิม (Before)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225296"/>
            <a:ext cx="3913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โปรแกรมเมอร์ CNC ต้อง Review NC ด้วยตาเปล่า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ใช้เวลานานในการดู Tool, Feed, Speed ทีละบรรทัด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Sheet ที่ทำใน Excel มักไม่ sync กับ NC จริง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เสี่ยงตั้ง Depth ผิด ทำให้ Shank/Holder ชน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ไม่มีเครื่องมือแจ้งเตือนความเสี่ยงอัตโนมัติ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804672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804672"/>
            <a:ext cx="41148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80467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วิธีแก้ปัญหา (Solution)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25296"/>
            <a:ext cx="3913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วิเคราะห์ไฟล์ NC อัตโนมัติด้วย Python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Summary: Tool, Depth, Feed, Speed ต่อ Op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 Shank/Holder Collision Risk อัตโนมัติ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Macro B, G68 Rotation, Subprogram M98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จับคู่กับ Item Master และ Setup Sheet Excel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Analysis Cache เพิ่มความเร็วโหลดซ้ำ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2487168"/>
            <a:ext cx="329184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359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GT-ACT — Features &amp; ข้อดี / ข้อจำกัด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42062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ฟีเจอร์หลัก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35024"/>
            <a:ext cx="457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1673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Depth Analysis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 Z-depth ต่อ Tool และ Work Offset แยกตาม Canned Cycle G81-G89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457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7510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Warning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 Danger: Shank/Holder Collision Risk ก่อน Run จริง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651760"/>
            <a:ext cx="457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Offset Map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G54-G59 ที่ใช้จริงในไฟล์ เชื่อมกับ Machine Profile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310128"/>
            <a:ext cx="457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Support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295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Macro B, G68/G69 Rotation, M98 Subprogram call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968496"/>
            <a:ext cx="457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5020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Master Match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จับคู่รหัส Part กับ Item Master Excel โดยอัตโนมัติ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804672"/>
            <a:ext cx="4078224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04672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Python, tkinter, openpyxl, pandas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9744" y="1252728"/>
            <a:ext cx="1984248" cy="1737360"/>
          </a:xfrm>
          <a:prstGeom prst="rect">
            <a:avLst/>
          </a:prstGeom>
          <a:solidFill>
            <a:srgbClr val="C8D4F0">
              <a:alpha val="30000"/>
            </a:srgbClr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1207008"/>
            <a:ext cx="19842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207008"/>
            <a:ext cx="5029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2070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1499616"/>
            <a:ext cx="18013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ลดเวลา Review NC อย่างมาก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แจ้งเตือนความเสี่ยงก่อน Run จริง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Cache โหลดซ้ำเร็ว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1252728"/>
            <a:ext cx="1984248" cy="1737360"/>
          </a:xfrm>
          <a:prstGeom prst="rect">
            <a:avLst/>
          </a:prstGeom>
          <a:solidFill>
            <a:srgbClr val="C8D4F0">
              <a:alpha val="30000"/>
            </a:srgbClr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67144" y="1207008"/>
            <a:ext cx="19842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67144" y="1207008"/>
            <a:ext cx="50292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12070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04304" y="1499616"/>
            <a:ext cx="18013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รองรับเฉพาะ Fanuc-style G-code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check เป็นการประมาณ ไม่ใช่ Simulation จริง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ต้องตั้ง Machine Profile ก่อนใช้งาน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Compare — NC File Comparison Tool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ปัญหาเดิม (Before)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225296"/>
            <a:ext cx="3913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NC แก้ไขตาม ECN/ECR ต้องรู้ว่าเปลี่ยนอะไร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 ธรรมดาแสดงแค่บรรทัดต่าง ไม่บอกว่า G-code จริงๆ เปลี่ยนยังไง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 Diff ด้วยตาเปล่าใน NC ยาวๆ ผิดพลาดง่าย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ไม่มีเอกสาร Change Record สำหรับแนบ ECN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ไฟล์มีปัญหา Encoding ทำให้เปิดเป็นภาษาผิด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804672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804672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80467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วิธีแก้ปัญหา (Solution)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25296"/>
            <a:ext cx="3913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 NC 2 ไฟล์ต่าง Revision ด้วย Drag &amp; Drop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วิเคราะห์ระดับ Token: G, T, M, X, Y, Z, F, S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Diff highlight บรรทัดที่เปลี่ยน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รายงานเป็น PDF และ Word (.docx)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รองรับหลาย Encoding: UTF-8, CP874, CP932, Shift-JIS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2487168"/>
            <a:ext cx="32918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359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Compare — Features &amp; ข้อดี / ข้อจำกัด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ฟีเจอร์หลัก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35024"/>
            <a:ext cx="45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1673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Analysis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 Token แต่ละตัว (G, T, M, X, Y, Z, F, S) เปรียบเทียบค่าที่เปลี่ยน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45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7510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Diff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แสดงสองไฟล์เคียงกัน highlight สีบรรทัดที่เพิ่ม/ลบ/เปลี่ยน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651760"/>
            <a:ext cx="45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ลากไฟล์ NC วางได้โดยตรง ไม่ต้องกด Browse หาไฟล์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310128"/>
            <a:ext cx="45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PDF/Word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295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รายงาน Diff เป็น PDF หรือ .docx สำหรับแนบ Change Record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968496"/>
            <a:ext cx="45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5020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Multi-Encoding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Encoding อัตโนมัติ ป้องกัน Mojibake ในไฟล์ NC ไทย/ญี่ปุ่น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804672"/>
            <a:ext cx="407822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04672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Python, tkinter, ReportLab, python-docx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9744" y="1252728"/>
            <a:ext cx="1984248" cy="1737360"/>
          </a:xfrm>
          <a:prstGeom prst="rect">
            <a:avLst/>
          </a:prstGeom>
          <a:solidFill>
            <a:srgbClr val="C8D4F0">
              <a:alpha val="30000"/>
            </a:srgbClr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1207008"/>
            <a:ext cx="19842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207008"/>
            <a:ext cx="5029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2070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1499616"/>
            <a:ext cx="18013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Feed/Speed/Tool เปลี่ยนตรงไหนทันที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แนบ Change Record ได้เลย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รับมือ Encoding หลายแบบได้ถูกต้อง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1252728"/>
            <a:ext cx="1984248" cy="1737360"/>
          </a:xfrm>
          <a:prstGeom prst="rect">
            <a:avLst/>
          </a:prstGeom>
          <a:solidFill>
            <a:srgbClr val="C8D4F0">
              <a:alpha val="30000"/>
            </a:srgbClr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67144" y="1207008"/>
            <a:ext cx="19842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67144" y="1207008"/>
            <a:ext cx="50292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12070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04304" y="1499616"/>
            <a:ext cx="18013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 Text/Token เท่านั้น ไม่คำนวณ Geometry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comparison หลายไฟล์พร้อมกันยังไม่รองรับ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GT-PATH — NC Toolpath Visualizer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ปัญหาเดิม (Before)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225296"/>
            <a:ext cx="3913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CAM Software สำหรับ Preview NC ก่อน Run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Software ราคาแพง ต้องซื้อ License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 Run Machine จริงเพื่อดู Toolpath เสี่ยง Crash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NC ด้วยตาเปล่าในไฟล์ยาวๆ ผิดพลาดง่าย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ไม่มีเครื่องมือแสดง Machine Boundary / Stock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36592" y="804672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804672"/>
            <a:ext cx="4114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80467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วิธีแก้ปัญหา (Solution)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25296"/>
            <a:ext cx="3913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 3D Toolpath Viewer แบบ Offline ด้วย Python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วาด Rapid (G0) / Cutting (G1) / Arc (G2,G3) ต่างสี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Step-through ดู Toolpath ทีละ G-code Block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โหลด Machine Profile: Work Offset, Tool Diameter/Length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Stock/Fixture Boundary และแจ้งเตือน Travel Limit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G68/G69 Rotation, Canned Cycles, M98 Subprogram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2487168"/>
            <a:ext cx="329184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359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GT-PATH — Features &amp; ข้อดี / ข้อจำกัด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04672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ฟีเจอร์หลัก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35024"/>
            <a:ext cx="457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16736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Visualization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วาด Toolpath 3 แกน: Rapid=สีส้ม Cutting=สีน้ำเงิน Arc=สีเขียว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457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75104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Step-through Mode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S เพื่อ Step ทีละ Block หรือ Run All ด้วยความเร็วปรับได้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651760"/>
            <a:ext cx="457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Profile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โหลด machine_profile.json กำหนด Work Offset, Tool, Stock, Fixture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310128"/>
            <a:ext cx="457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918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Limit 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2958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แจ้งเตือนเมื่อ Toolpath ออกนอก Machine Limit หรือชน Stock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968496"/>
            <a:ext cx="457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5020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Parsing Engine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G68 Rotation, G81-G89 Canned Cycles, M98 Subprogram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804672"/>
            <a:ext cx="4078224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04672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Python, PySide6, WebView (HTML/JS)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9744" y="1252728"/>
            <a:ext cx="1984248" cy="1737360"/>
          </a:xfrm>
          <a:prstGeom prst="rect">
            <a:avLst/>
          </a:prstGeom>
          <a:solidFill>
            <a:srgbClr val="C8D4F0">
              <a:alpha val="30000"/>
            </a:srgbClr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1207008"/>
            <a:ext cx="19842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207008"/>
            <a:ext cx="5029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2070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1499616"/>
            <a:ext cx="18013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100% ไม่ต้องซื้อ Software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Step-through Debug NC ได้สะดวก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แสดง Machine / Stock / Fixture Boundary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1252728"/>
            <a:ext cx="1984248" cy="1737360"/>
          </a:xfrm>
          <a:prstGeom prst="rect">
            <a:avLst/>
          </a:prstGeom>
          <a:solidFill>
            <a:srgbClr val="C8D4F0">
              <a:alpha val="30000"/>
            </a:srgbClr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67144" y="1207008"/>
            <a:ext cx="19842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67144" y="1207008"/>
            <a:ext cx="50292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12070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04304" y="1499616"/>
            <a:ext cx="18013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G41/G42 เป็น Visual approximation เท่านั้น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ยังไม่ใช่ Full Collision Simulation</a:t>
            </a:r>
            <a:endParaRPr lang="en-US" sz="9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 + WebView อาจหนักในเครื่อง Spec ต่ำ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เทคโนโลยีที่ใช้ — Technology Stack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3017520"/>
                <a:gridCol w="19202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GT-FIXSYS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PyQt6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openpyxl, pandas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EXE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GT-ACT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NC Parser, openpyxl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EXE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 Compare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difflib, ReportLab, python-docx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/ 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GT-PATH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PySide6 + WebView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G-code Parser (HTML/JS)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EXE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4930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ภาษาหลัก: Python 3.9+  |  Packaging: PyInstaller (.exe)  |  Storage: Microsoft Excel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84048" y="3913632"/>
            <a:ext cx="1316736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91363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10512" y="3913632"/>
            <a:ext cx="1316736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10512" y="391363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6976" y="3913632"/>
            <a:ext cx="1316736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36976" y="391363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3913632"/>
            <a:ext cx="1316736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391363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9904" y="3913632"/>
            <a:ext cx="1316736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9904" y="391363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16368" y="3913632"/>
            <a:ext cx="1316736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6368" y="391363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ผลลัพธ์ของการพัฒนา Apps ระหว่างการฝึกงาน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1426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GT-FIXSYS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426464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ลดเวลาติดตาม Fixture จากการค้นหาใน Excel เป็นระบบ Monitor สี Real-time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011680"/>
            <a:ext cx="7955280" cy="9144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212848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9264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194560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 NC อัตโนมัติ ลดเวลา Review และแจ้งเตือน Collision ก่อน Run จริง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779776"/>
            <a:ext cx="7955280" cy="9144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80944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9264" y="2962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Compare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962656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ตรวจสอบการเปลี่ยนแปลง NC ระดับ Token Export Change Record แนบ ECN ได้เลย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547872"/>
            <a:ext cx="7955280" cy="9144"/>
          </a:xfrm>
          <a:prstGeom prst="rect">
            <a:avLst/>
          </a:prstGeom>
          <a:solidFill>
            <a:srgbClr val="2A3A80"/>
          </a:solidFill>
          <a:ln w="12700">
            <a:solidFill>
              <a:srgbClr val="2A3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749040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9264" y="3730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GT-PATH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3730752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Toolpath 3D แบบ Offline ทดแทน CAM Software ราคาแพง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ทักษะที่ได้รับ: Python Programming · GUI Development · NC G-code · UX Design · Excel Automation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</dc:title>
  <dc:subject>PptxGenJS Presentation</dc:subject>
  <dc:creator>Chok</dc:creator>
  <cp:lastModifiedBy>Chok</cp:lastModifiedBy>
  <cp:revision>1</cp:revision>
  <dcterms:created xsi:type="dcterms:W3CDTF">2026-05-20T02:24:24Z</dcterms:created>
  <dcterms:modified xsi:type="dcterms:W3CDTF">2026-05-20T02:24:24Z</dcterms:modified>
</cp:coreProperties>
</file>